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b714478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b714478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b714478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b714478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b714478d9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b714478d9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cec4b0d76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cec4b0d76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b714478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b714478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ADADAD"/>
                </a:solidFill>
              </a:rPr>
              <a:t>Workflow:</a:t>
            </a:r>
            <a:endParaRPr b="1"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t/>
            </a:r>
            <a:endParaRPr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rPr lang="en" sz="1300">
                <a:solidFill>
                  <a:srgbClr val="ADADAD"/>
                </a:solidFill>
              </a:rPr>
              <a:t>Microphone input class</a:t>
            </a:r>
            <a:endParaRPr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rPr lang="en" sz="1300">
                <a:solidFill>
                  <a:srgbClr val="ADADAD"/>
                </a:solidFill>
              </a:rPr>
              <a:t>How audio callback function calls the process_audio function</a:t>
            </a:r>
            <a:endParaRPr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rPr lang="en" sz="1300">
                <a:solidFill>
                  <a:srgbClr val="ADADAD"/>
                </a:solidFill>
              </a:rPr>
              <a:t>Explain how backend is integrated into UI </a:t>
            </a:r>
            <a:endParaRPr sz="1300">
              <a:solidFill>
                <a:srgbClr val="ADADAD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900"/>
              <a:buChar char="○"/>
            </a:pPr>
            <a:r>
              <a:rPr lang="en" sz="900">
                <a:solidFill>
                  <a:srgbClr val="ADADAD"/>
                </a:solidFill>
              </a:rPr>
              <a:t>In App.__init__()... self.mic = MicrophoneInput(   )</a:t>
            </a:r>
            <a:endParaRPr sz="1300">
              <a:solidFill>
                <a:srgbClr val="ADADA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c9118d0ee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c9118d0ee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DADAD"/>
                </a:solidFill>
              </a:rPr>
              <a:t>Workflow:</a:t>
            </a:r>
            <a:endParaRPr b="1"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t/>
            </a:r>
            <a:endParaRPr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rPr lang="en" sz="1300">
                <a:solidFill>
                  <a:srgbClr val="ADADAD"/>
                </a:solidFill>
              </a:rPr>
              <a:t>Microphone input class</a:t>
            </a:r>
            <a:endParaRPr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rPr lang="en" sz="1300">
                <a:solidFill>
                  <a:srgbClr val="ADADAD"/>
                </a:solidFill>
              </a:rPr>
              <a:t>How audio callback function calls the process_audio function</a:t>
            </a:r>
            <a:endParaRPr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rPr lang="en" sz="1300">
                <a:solidFill>
                  <a:srgbClr val="ADADAD"/>
                </a:solidFill>
              </a:rPr>
              <a:t>Explain how backend is integrated into UI </a:t>
            </a:r>
            <a:endParaRPr sz="1300">
              <a:solidFill>
                <a:srgbClr val="ADADAD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900"/>
              <a:buChar char="○"/>
            </a:pPr>
            <a:r>
              <a:rPr lang="en" sz="900">
                <a:solidFill>
                  <a:srgbClr val="ADADAD"/>
                </a:solidFill>
              </a:rPr>
              <a:t>In App.__init__()... self.mic = MicrophoneInput(   )</a:t>
            </a:r>
            <a:endParaRPr sz="1300">
              <a:solidFill>
                <a:srgbClr val="ADADA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c9118d0ee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c9118d0ee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DADAD"/>
                </a:solidFill>
              </a:rPr>
              <a:t>Workflow:</a:t>
            </a:r>
            <a:endParaRPr b="1"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t/>
            </a:r>
            <a:endParaRPr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rPr lang="en" sz="1300">
                <a:solidFill>
                  <a:srgbClr val="ADADAD"/>
                </a:solidFill>
              </a:rPr>
              <a:t>Microphone input class</a:t>
            </a:r>
            <a:endParaRPr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rPr lang="en" sz="1300">
                <a:solidFill>
                  <a:srgbClr val="ADADAD"/>
                </a:solidFill>
              </a:rPr>
              <a:t>How audio callback function calls the process_audio function</a:t>
            </a:r>
            <a:endParaRPr sz="1300">
              <a:solidFill>
                <a:srgbClr val="ADADAD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300"/>
              <a:buChar char="●"/>
            </a:pPr>
            <a:r>
              <a:rPr lang="en" sz="1300">
                <a:solidFill>
                  <a:srgbClr val="ADADAD"/>
                </a:solidFill>
              </a:rPr>
              <a:t>Explain how backend is integrated into UI </a:t>
            </a:r>
            <a:endParaRPr sz="1300">
              <a:solidFill>
                <a:srgbClr val="ADADAD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900"/>
              <a:buChar char="○"/>
            </a:pPr>
            <a:r>
              <a:rPr lang="en" sz="900">
                <a:solidFill>
                  <a:srgbClr val="ADADAD"/>
                </a:solidFill>
              </a:rPr>
              <a:t>In App.__init__()... self.mic = MicrophoneInput(   )</a:t>
            </a:r>
            <a:endParaRPr sz="1300">
              <a:solidFill>
                <a:srgbClr val="ADADA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b84b1fc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b84b1fc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b714478d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b714478d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cec4b0d7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cec4b0d7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cec4b0d7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cec4b0d7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cec4b0d76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cec4b0d76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ec4b0d76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cec4b0d76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b714478d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b714478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b79e434d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b79e434d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b79e434d5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b79e434d5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b79e434d5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b79e434d5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b79e434d5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b79e434d5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b714478d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b714478d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Speech-to-Text Notes App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Cassidy Sakamoto, Nathan Tan, and Justin Glabicki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590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EECE 2140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Dr. Fatema Nafa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Scope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Capture speech through microphone input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Convert speech to text using Python libraries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 an interactive UI for users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572000" y="1152475"/>
            <a:ext cx="4260300" cy="35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Specific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Implement start/stop recording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Save notes with timestamps and metadata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keyword and phrase search for saved notes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 note filtering by date or topic tags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Export notes to TXT or Markdown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Include noise gate and mic-level meter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settings for recording customizability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error handling</a:t>
            </a:r>
            <a:endParaRPr/>
          </a:p>
        </p:txBody>
      </p:sp>
      <p:pic>
        <p:nvPicPr>
          <p:cNvPr id="64" name="Google Shape;64;p14" title="young-man-speaking-into-microphone-in-flat-illustration-style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337" y="2890925"/>
            <a:ext cx="2037026" cy="20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2122675" y="1093300"/>
            <a:ext cx="4898700" cy="373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 title="Speech-to-Text Notes App 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675" y="1122900"/>
            <a:ext cx="4898650" cy="367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52701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Tools &amp; Libraries 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</a:t>
            </a:r>
            <a:r>
              <a:rPr lang="en"/>
              <a:t>ounddevice - Real-time microphone input and audio streaming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lang="en"/>
              <a:t>umpy - Audio processing, RMS loudness calculation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</a:t>
            </a:r>
            <a:r>
              <a:rPr lang="en"/>
              <a:t>peech_recognition (Google API) - Cloud-based speech-to-text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threading - Background transcription without freezing 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</a:t>
            </a:r>
            <a:r>
              <a:rPr lang="en"/>
              <a:t>son + pathlib - Local storage for notes, settings dictionary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</a:t>
            </a:r>
            <a:r>
              <a:rPr lang="en"/>
              <a:t>ataclasses - Structured note objects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</a:t>
            </a:r>
            <a:r>
              <a:rPr lang="en"/>
              <a:t>uid - Unique ID generation for notes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Interface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</a:t>
            </a:r>
            <a:r>
              <a:rPr lang="en"/>
              <a:t>kinter/ttk - GUI framework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</a:t>
            </a:r>
            <a:r>
              <a:rPr lang="en"/>
              <a:t>iledialog - Export notes (.txt, .md)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</a:t>
            </a:r>
            <a:r>
              <a:rPr lang="en"/>
              <a:t>essagebox - Save/delete notifications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5581800" y="1152475"/>
            <a:ext cx="32505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</a:t>
            </a:r>
            <a:r>
              <a:rPr lang="en"/>
              <a:t>ime - Timing, timestamps, autosave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</a:t>
            </a:r>
            <a:r>
              <a:rPr lang="en"/>
              <a:t>truct - Converting audio arrays to PCM bytes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</a:t>
            </a:r>
            <a:r>
              <a:rPr lang="en"/>
              <a:t>yping - Type hints for cleaner code design</a:t>
            </a:r>
            <a:endParaRPr/>
          </a:p>
        </p:txBody>
      </p:sp>
      <p:pic>
        <p:nvPicPr>
          <p:cNvPr id="79" name="Google Shape;79;p16" title="Python-logo-notext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7762" y="3066350"/>
            <a:ext cx="1978573" cy="1978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463" y="1017726"/>
            <a:ext cx="6629074" cy="369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- Microphone input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1906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1366"/>
              <a:t>Overview</a:t>
            </a:r>
            <a:r>
              <a:rPr lang="en" sz="1366"/>
              <a:t>: 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MicrophoneInput class uses sounddevice library to take in audio, processes the audio (sends level to UI, etc.), and allows the rest of the program to </a:t>
            </a:r>
            <a:r>
              <a:rPr lang="en" sz="1366"/>
              <a:t>receive and transcribe</a:t>
            </a:r>
            <a:r>
              <a:rPr lang="en" sz="1366"/>
              <a:t> small chunks of audio</a:t>
            </a:r>
            <a:endParaRPr sz="1366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855"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00" y="2279275"/>
            <a:ext cx="7019925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- Microphone input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863" y="3513200"/>
            <a:ext cx="677227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1906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/>
              <a:t>__init__ constructor: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Initializes RMS noise gate threshold, sample rate (48kHz), chunk duration (20ms), and samples per chunk (960 samples per 20ms chunk)</a:t>
            </a:r>
            <a:endParaRPr sz="1366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855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60650" y="2008350"/>
            <a:ext cx="8520600" cy="12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/>
              <a:t>Audio callback function: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Converts audio into 1D NumPy array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Calculates RMS of volume and prints mic level meter using RMS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Updates mic level meter in UI (level_callback)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Sends audio to transcription part of code (self.callback(audio_chunk) calls process_audio function)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In UI…</a:t>
            </a:r>
            <a:endParaRPr sz="1366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85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- Microphone input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76625" y="1124275"/>
            <a:ext cx="41379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/>
              <a:t>start_stream()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UI - called when user clicks “Start Recording”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Saves callbacks</a:t>
            </a:r>
            <a:endParaRPr sz="1366"/>
          </a:p>
          <a:p>
            <a:pPr indent="-31538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7"/>
              <a:buChar char="●"/>
            </a:pPr>
            <a:r>
              <a:rPr lang="en" sz="1366"/>
              <a:t>Creates mic input stream using sounddevice library (to call audio_callback every 20ms)</a:t>
            </a:r>
            <a:endParaRPr sz="1366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855"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3883" t="0"/>
          <a:stretch/>
        </p:blipFill>
        <p:spPr>
          <a:xfrm>
            <a:off x="4214525" y="1235625"/>
            <a:ext cx="4751475" cy="24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114800" y="2571750"/>
            <a:ext cx="4137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chemeClr val="lt2"/>
                </a:solidFill>
              </a:rPr>
              <a:t>stop_stream()</a:t>
            </a:r>
            <a:endParaRPr sz="1366">
              <a:solidFill>
                <a:schemeClr val="lt2"/>
              </a:solidFill>
            </a:endParaRPr>
          </a:p>
          <a:p>
            <a:pPr indent="-31538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367"/>
              <a:buChar char="●"/>
            </a:pPr>
            <a:r>
              <a:rPr lang="en" sz="1366">
                <a:solidFill>
                  <a:schemeClr val="lt2"/>
                </a:solidFill>
              </a:rPr>
              <a:t>UI - called when user clicks “Stop”</a:t>
            </a:r>
            <a:endParaRPr sz="1366">
              <a:solidFill>
                <a:schemeClr val="lt2"/>
              </a:solidFill>
            </a:endParaRPr>
          </a:p>
          <a:p>
            <a:pPr indent="-31538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67"/>
              <a:buChar char="●"/>
            </a:pPr>
            <a:r>
              <a:rPr lang="en" sz="1366">
                <a:solidFill>
                  <a:schemeClr val="lt2"/>
                </a:solidFill>
              </a:rPr>
              <a:t>If mic stream is running, stop it</a:t>
            </a:r>
            <a:endParaRPr sz="1366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255275" y="36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67225" y="1305950"/>
            <a:ext cx="3282300" cy="2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Mic object created in App.__init__(); creates MicrophoneInput with set threshold (0.002) and sample rate (48kHz) values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Bringing MicrophoneInput class into App class</a:t>
            </a:r>
            <a:endParaRPr sz="1200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300" y="2203975"/>
            <a:ext cx="5573574" cy="258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076" y="1305950"/>
            <a:ext cx="5986150" cy="6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67225" y="3512575"/>
            <a:ext cx="29706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Calling mic.start_stream()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- Speech-to-Text Pipeline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transcription pipeline converts audio chunks from microphone into readable text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Uses speech_recognition library with Google Speech API for cloud-based recognition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Implements robust error handling with retry logic and text post-processing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Integration: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Receives 20ms audio frames from MicrophoneInput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Aggregates frames into 6-second chunks for API efficiency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Returns transcribed text to UI via thread-safe callback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3">
            <a:alphaModFix/>
          </a:blip>
          <a:srcRect b="0" l="0" r="8012" t="0"/>
          <a:stretch/>
        </p:blipFill>
        <p:spPr>
          <a:xfrm>
            <a:off x="5526734" y="688910"/>
            <a:ext cx="32242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 Aggregation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 Efficiency: Reduces number of expensive cloud API calls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Experience: Text appears every 6 seconds, not too slow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 Phrases: Long enough to capture natural speech segments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Memory: Manageable buffer size (300 × 960 × 2 = ~576 KB per chunk)</a:t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750" y="3130588"/>
            <a:ext cx="668655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Handling &amp; Retry Logic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Types: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UnknownValueError: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Bad audio quality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RequestError: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Network issues, retry up to 3 times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Graceful Degradation: Returns empty string if everything failed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663" y="4053013"/>
            <a:ext cx="20288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0650" y="923775"/>
            <a:ext cx="5049589" cy="26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Domain-Specific Normalization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General STT misrecognition on engineering terms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“</a:t>
            </a:r>
            <a:r>
              <a:rPr lang="en"/>
              <a:t>p</a:t>
            </a:r>
            <a:r>
              <a:rPr lang="en"/>
              <a:t> w m” instead of “PWM”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“</a:t>
            </a:r>
            <a:r>
              <a:rPr lang="en"/>
              <a:t>k</a:t>
            </a:r>
            <a:r>
              <a:rPr lang="en"/>
              <a:t> h z” instead of “kHz”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Missing punctuation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Run: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Input: “the p w m signal runs at 20 k h z”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Output: “The PWM signal runs at 20kHz.”</a:t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525" y="2397175"/>
            <a:ext cx="381000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Threading &amp; Integration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Google API calls take 500ms - 2 seconds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Blocking main thread would freeze UI completely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Background processing keeps interface responsive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5" y="2141495"/>
            <a:ext cx="3947625" cy="288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8062" y="2094527"/>
            <a:ext cx="3466515" cy="304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Overview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017725"/>
            <a:ext cx="45420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Purpose of the 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 an interface to record, view, edit, and export notes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Display live microphone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Manage local notes and settings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UI Components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Sidebar: search + list of </a:t>
            </a:r>
            <a:r>
              <a:rPr lang="en"/>
              <a:t>notes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Main panel: title, tags, text editor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Recording controls: Start, Stop, Timestamp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Level meter (RMS visual indicator)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Settings + Dictionary Panels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Local JSON storage integration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700" y="1213650"/>
            <a:ext cx="4111452" cy="2716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Architecture &amp; Workflow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1017725"/>
            <a:ext cx="4260300" cy="4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Architecture Highlights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UI implemented with Tkinter + ttk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 class manages: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Notes list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Mic input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Transcription callback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Autosave + timers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User interactions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Workflow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User clicks Start Record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Mic stream feeds chunks -&gt; backend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Transcription text returned via callback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UI inserts text live into the editor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Notes can be saved, searched, tagged, deleted, and exported</a:t>
            </a:r>
            <a:endParaRPr sz="1400"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4572000" y="1017725"/>
            <a:ext cx="4260300" cy="4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Continuous Update Loop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_ui_tick() runs every 100 ms to update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Level meter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Recording timer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Autosave logic</a:t>
            </a:r>
            <a:endParaRPr/>
          </a:p>
        </p:txBody>
      </p:sp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3599" y="2621825"/>
            <a:ext cx="1494125" cy="175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1000" y="2621825"/>
            <a:ext cx="2969824" cy="4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1000" y="3781775"/>
            <a:ext cx="2969826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0988" y="3264750"/>
            <a:ext cx="3063100" cy="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6957" y="4298800"/>
            <a:ext cx="1517918" cy="3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Architecture &amp; Workflow (Code)</a:t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00" y="1511200"/>
            <a:ext cx="4260299" cy="2121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475" y="1538625"/>
            <a:ext cx="4260300" cy="2066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Management and Additional Features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017725"/>
            <a:ext cx="42603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Create, edit, delete notes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Autosave after user pauses typing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Notes stored in notes.json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Search bar filters notes by title/content/tags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Export to .txt or .md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 UI 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Settings window (autosave delay, noise gate, chunk length)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Dictionary window (domain-specific words)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bar feedback (recording state, saved times, errors)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4572000" y="1017725"/>
            <a:ext cx="42603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Backend Connection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UI receives STT text through a thread-safe callback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Ensures smooth, non-blocking updates during recording</a:t>
            </a:r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363" y="2571749"/>
            <a:ext cx="3557575" cy="67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3375" y="3348275"/>
            <a:ext cx="3630624" cy="3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0" y="3836350"/>
            <a:ext cx="1929734" cy="4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9100" y="3836350"/>
            <a:ext cx="1115625" cy="127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12100" y="3836350"/>
            <a:ext cx="986667" cy="12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Management and Additional Features (Code)</a:t>
            </a:r>
            <a:endParaRPr/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26" y="1438502"/>
            <a:ext cx="4260301" cy="202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225" y="1212650"/>
            <a:ext cx="4347299" cy="172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5225" y="3132125"/>
            <a:ext cx="4347302" cy="77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/>
              <a:t>Demo</a:t>
            </a:r>
            <a:endParaRPr sz="4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